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A2E44"/>
                </a:solidFill>
              </a:rP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56AA0"/>
                </a:solidFill>
              </a:rPr>
              <a:t>Optional subtitle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47120" cy="54864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A5C8A"/>
                </a:solidFill>
              </a:rPr>
              <a:t>Section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430000" cy="36576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E44"/>
                </a:solidFill>
              </a:rPr>
              <a:t>▸ Main bullet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6688"/>
                </a:solidFill>
              </a:rPr>
              <a:t>    • Sub-bullet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E44"/>
                </a:solidFill>
              </a:rPr>
              <a:t>▸ Another main bullet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6688"/>
                </a:solidFill>
              </a:rPr>
              <a:t>    • Another sub-bullet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446688"/>
                </a:solidFill>
              </a:rPr>
              <a:t>    • Yet another sub-bullet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430000" cy="36576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143000"/>
            <a:ext cx="36576" cy="5394960"/>
          </a:xfrm>
          <a:prstGeom prst="rect">
            <a:avLst/>
          </a:prstGeom>
          <a:solidFill>
            <a:srgbClr val="B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56AA0"/>
                </a:solidFill>
              </a:rPr>
              <a:t>Left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1A2E44"/>
                </a:solidFill>
              </a:rPr>
              <a:t>▸ Item 1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2E44"/>
                </a:solidFill>
              </a:rPr>
              <a:t>▸ Item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56AA0"/>
                </a:solidFill>
              </a:rPr>
              <a:t>Right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1A2E44"/>
                </a:solidFill>
              </a:rPr>
              <a:t>▸ Item 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2E44"/>
                </a:solidFill>
              </a:rPr>
              <a:t>▸ Item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371600"/>
            <a:ext cx="73152" cy="4114800"/>
          </a:xfrm>
          <a:prstGeom prst="rect">
            <a:avLst/>
          </a:prstGeom>
          <a:solidFill>
            <a:srgbClr val="26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DBEEF9"/>
                </a:solidFill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2E44"/>
                </a:solidFill>
              </a:rPr>
              <a:t>Some insightful quote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56AA0"/>
                </a:solidFill>
              </a:rPr>
              <a:t>— Author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0" y="914400"/>
            <a:ext cx="4572000" cy="4572000"/>
          </a:xfrm>
          <a:prstGeom prst="ellipse">
            <a:avLst/>
          </a:prstGeom>
          <a:solidFill>
            <a:srgbClr val="DB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2E44"/>
                </a:solidFill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56AA0"/>
                </a:solidFill>
              </a:rPr>
              <a:t>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